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⏱0:20  Hey, thanks for stopping by. This is Phasmid — the reference build of what I call the Janus Eidolon System. Local-only, coercion-aware storage, built for the moment someone has both your device and you. I'm Makoto Sugita — Mr. Rabbit.
[STAGE] Keep the hook short. Point to the banner once, then get into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⏱0:30  Quick background: independent security researcher and open-source tool developer, penetration tester by trade, CISSP. I turn offensive experience into defensive tools — deception, delaying action, coercion-aware design. You may have seen my other work, the Azazel system and the PAKURI family, at Black Hat Arsenal, BSides, SecTor, CODE BLUE. Find me at 01rabbit on GitHub.
[STAGE] Move through the bio at a steady pace. Point to the GitHub handle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⏱0:40  Here's the problem Phasmid is built for. Attackers today don't need to break your crypto. They take the device — at a border, a checkpoint, an arrest — and they ask you to unlock it. And full-disk encryption is all-or-nothing: the moment you open it under pressure, everything is exposed. That's over-disclosure.
[STAGE] Deliver the gravity plainly, not dramatically. Gesture through the three beats left to right: device seized, FDE opens everything, that's over-disclosure.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⏱0:20  So you get three bad options. Refuse — and you escalate. Comply with full-disk encryption — and you hand over everything. Or... controlled disclosure — show what's visible, protect the rest. Same demand, very different blast radius.
[STAGE] Light laugh here. Keep the tempo up; move left to right across the three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⏱0:30  Let me be precise. Phasmid is a field-evaluation research prototype for disclosure control — not casual file encryption, local-only by default. And it is not a replacement for audited full-disk encryption, not hardware-backed keys, not a magic delete button. I'll keep drawing that line the whole way through.
[STAGE] Declare the honesty up front. Gesture across the IS cards, then the ISN'T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⏱0:40  The core idea is Janus — two faces. A two-slot model. Slot A is what a capture-visible surface shows: plausible, ordinary, disclosed under pressure. Slot B is protected local state, kept off the visible path, bound to local conditions — not just a password. What you show is not all there is.
[STAGE] Point to Slot A, then Slot B, left to right. This is the conceptual core — slow down slightly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⏱0:40  Who does it defend against? Five in-scope adversaries — physical captor, passive observer, local active attacker, local-network attacker, and a coercing authority. And, just as important, five out of scope: a compromised kernel, hardware implants, remote attackers, supply-chain, and breaking the crypto itself. If the host is owned, no user-space tool saves you — and I won't pretend otherwise.
[STAGE] [DEPTH] Expand only if the threat-model crowd is engaged. Otherwise one line: who we fight, and who we don't.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⏱0:20  For the threat-model folks: eighteen scenarios, each tagged with STRIDE and LINDDUN — offline cracking, session replay, header leakage, timing side-channels, coerced disclosure. It's all written down in the repo.
[STAGE] [DEPTH] Usually skim. If the forensics/research crowd bites, point to one representative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⏱0:30 Architecturally, four things stay explicit: two-slot storage, local access-key mixing, a restricted-action policy that gates sensitive behavior, and capture-visible discipline — normal flows never expose the structure, the recovery path, or the trial order.
[STAGE] Move quickly through the four points, one beat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⏱0:20 Under that, narrow local layers — entry points, policy, crypto core, local state, deployment. And it's all documented: specification, threat model, the formal Janus spec, the delaying-architecture doc.
[STAGE] Depth slide, skim quickly. The only point to land is "it's properly documented."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⏱0:30 Three moving parts. One — an encrypted local vessel: authenticated encryption, password-derived keys. Two — object-cue operation; I'll come right back to this, it's the fun part. Three — controlled disclosure: workflows that separate what's shown from what's protected.
[STAGE] Land extra weight on pillar two and gesture forward — it pulls straight into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⏱0:40 Here's the fun part. You show an everyday object to the camera to operate the access gate — nothing to type, nothing that looks like a secret. But this matters: the object is a cue, not a key. It drives operation and policy checks. It is not the encryption key. A photo of the object unlocks nothing. The crypto stays with Argon2id and AES-GCM — the object just decides whether you get to act.
[STAGE] Slow down here — the key differentiator. Stress "cue, not a key." Optionally hold up a physical object to the camera as you say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⏱0:40 This is what makes it coercion-safe. Silent Standby — a hotkey drops the sensitive UI into a harmless state; recovery needs re-auth. A plausible dummy dataset, prepared before any coercion and scored for plausibility. And context profiles — travel, field engineer, researcher — that shape what 'normal' looks like. In coercion-safe mode, a low-confidence match routes to the dummy path instead of failing loudly.
[STAGE] Mention that Silent Standby gets a live demo later in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⏱0:30 The principle is restraint. The vault file alone isn't meant to be enough. Normal flows don't reveal structure or recovery. Metadata reduction is best-effort — I call it support, not sanitization. Restraint is the feature, not a limitation.
[STAGE] Skim through; keep the tone plain and honest, not defensive.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⏱0:30 Operationally it's four steps: Prepare a vessel, Bind it to local state and the object cue, Operate through CLI, TUI, or local WebUI, and Disclose — controlled, under documented assumptions.
[STAGE] Point to each of the four steps in order — this slide is the map for the upcoming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⏱0:30 Small, local, boring by design. Argon2id for key derivation, AES-GCM for authenticated encryption, WebUI bound to localhost, running on a Pi Zero 2 W. Tuned parameters, per-record encryption, no plaintext header.
[STAGE] Depth slide for the tech crowd; give specific parameter numbers only if someone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⏱0:40  And here's the actual thing. A Pi Zero 2 W in a 3D-printed case, a camera for the object cue, on a little tripod. The WebUI is reached over USB at localhost — it never touches a network. It's meant to read as an unremarkable small gadget. It's right here on the table — come look after.
[STAGE] Point to, or lift, the real device on the table. Bridge straight into the tabletop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⏱0:20  For the crypto people: Argon2id with mixed-in local access-key material and device binding, an optional external secret as a third factor, AES-GCM per record with authenticated metadata, and no plaintext marker in the vault. Details are in the repo.
[STAGE] Skim this one — it's a Q&amp;A hook, not a dwell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⏱0:20  The WebUI is hardened: localhost binding, per-process tokens, a restricted-confirmation session, attempt limiting, rate limiting, inactivity auto-kill, hardened headers, and an opt-in, HMAC-chained audit log.
[STAGE] Skim. Hold for ops/defense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⏱0:40  Now the ethics — and this matters at DEF CON. Phasmid allows plausible controlled disclosure, standby, ambiguity-preserving workflows. It explicitly disallows rootkits, kernel-level hiding, anti-forensic destruction, forensic-tool bypass, fabricating false events or timestamps. It increases uncertainty and delays confident conclusions — it does not claim forensic invisibility.
[STAGE] Be honest with the forensics/LE crowd here. Make eye contact on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⏱0:30  Scope, drawn honestly. Software-existence concealment: out. Data-existence deniability: partial. Controlled disclosure: in, and central. Coercion-aware fallback: in. And what it never claims — perfect deniability, forensic immunity, secure deletion on flash, protection from a compromised host. No snake oil.
[STAGE] This is the honesty close. Deliver it plainly, then move straight to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⏱2:00–5:00  Let me show you. This is the real TUI — Local Disclosure Control. I'll create a vessel — a deniable container — set the object cue under Faces, run the Guided prepare-bind-operate flow, check dummy-profile plausibility in Audit, launch the local WebUI, then trigger Silent Standby with a hotkey and show the dummy disclosure. Watch the bottom bar.
Demo steps: 1) Create → Vessel (deniable container) 2) Faces → register object cue (Janus two faces) 3) Guided → prepare→bind→operate 4) Audit → dummy profile plausibility 5) WebUI → show 127.0.0.1 launch 6) Silent Standby (hotkey) → transition to dummy_disclosure.
[STAGE] Fallback: if hardware misbehaves, switch to the TUI screenshots on this slide and narrate over them; keep a recorded clip ready. Don't over-talk — move your hands, point at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⏱0:20  Want to try it? Clone the repo, cd in, run `./phasmid` — first run sets up a venv and opens the console. Research software, Apache-2.0. Evaluate it locally, in field-test conditions — not as production protection.
[STAGE] Point to the repo URL on screen. Bridge into stickers.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⏱0:20  That's Phasmid — local-only, coercion-aware storage, honest limits included. Code, threat model, and architecture are all on GitHub at 01rabbit. Grab a sticker — and please, come break it. Questions?
[STAGE] Point to the stickers, then open the floor to Q&amp;A. Say the handle one more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hasmid/16ea01f1-4a3f-5e94-ba18-e23d515b4e0f/scratchpad/deck/assets/Phasmid_ban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88" y="1051560"/>
            <a:ext cx="621792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461772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Local-only, coercion-aware disclosure control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371600" y="521208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Makoto Sugita (Mr. Rabbit) · CISSP · 01rabbit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WHOAMI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Makoto Sugita — Mr. Rabbit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Offense to defense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tester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CISSP-certified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3938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35D2A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3978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5D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3978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record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703978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Azazel, PAKURI family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· BSides · SecTor · CODE BLUE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19237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39277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39277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539277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github.com/01rabbit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E4564C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4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Full-disk encryption is all-or-nothing — open it under pressure, everything is exposed.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E45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over-disclosure.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9016" y="1796796"/>
            <a:ext cx="3355848" cy="3355848"/>
          </a:xfrm>
          <a:prstGeom prst="rect">
            <a:avLst/>
          </a:prstGeom>
          <a:solidFill>
            <a:srgbClr val="0B0D0A"/>
          </a:solidFill>
          <a:ln w="12700">
            <a:solidFill>
              <a:srgbClr val="C7D48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/tmp/claude-0/-home-user-Phasmid/16ea01f1-4a3f-5e94-ba18-e23d515b4e0f/scratchpad/deck/assets/Phasmi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020" y="1828800"/>
            <a:ext cx="329184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E0C24A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FATE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demand, different blast radius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E4564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56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3938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E0C24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3978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C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3978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Comply (full-disk)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703978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everything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19237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35D2A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39277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5D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39277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disclosure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539277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what's visible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rest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PHASMID IS / ISN'T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about what this 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587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field-evaluation research prototype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disclosure control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by default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E4564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90208" y="2286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4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ISN'T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90208" y="3063240"/>
            <a:ext cx="4587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file encryption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replacement for audited FDE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Hardware-backed keys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magic delete button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JANUS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faces. One vessel.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587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Capture-visible surface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Plausible, ordinary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under pressure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B594D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90208" y="2286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9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B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90208" y="3063240"/>
            <a:ext cx="4587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local state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visible path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local conditions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E4564C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4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ADVERSARY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fight, who we don't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35D2A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5D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587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captor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observer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active attacker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Local-network attacker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Coercing authority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E4564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90208" y="2286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4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90208" y="3063240"/>
            <a:ext cx="4587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kernel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implants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attackers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compromise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crypto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35D2A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5D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+ LINDDUN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Eighteen scenarios, all tagged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1089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cracking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2057400"/>
            <a:ext cx="7802575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/ Disclosure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13660"/>
            <a:ext cx="11094415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13660"/>
            <a:ext cx="31089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replay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613660"/>
            <a:ext cx="7802575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/ Non-repudiation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69920"/>
            <a:ext cx="11094415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69920"/>
            <a:ext cx="31089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leakage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169920"/>
            <a:ext cx="7802575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 / Detectability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26180"/>
            <a:ext cx="11094415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26180"/>
            <a:ext cx="31089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Timing side-channel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3726180"/>
            <a:ext cx="7802575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 / Identifiability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282440"/>
            <a:ext cx="11094415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82440"/>
            <a:ext cx="31089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Coerced disclosure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4282440"/>
            <a:ext cx="7802575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 / Non-compliance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838700"/>
            <a:ext cx="11094415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38700"/>
            <a:ext cx="31089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detail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4838700"/>
            <a:ext cx="7802575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scenarios — see repo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stay explicit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464994" cy="3931920"/>
          </a:xfrm>
          <a:prstGeom prst="roundRect">
            <a:avLst>
              <a:gd name="adj" fmla="val 2968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04288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18249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Two-slot storage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182491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A shown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B protected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5114" y="2011680"/>
            <a:ext cx="2464994" cy="3931920"/>
          </a:xfrm>
          <a:prstGeom prst="roundRect">
            <a:avLst>
              <a:gd name="adj" fmla="val 2968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5154" y="2304288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45154" y="2852928"/>
            <a:ext cx="18249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access-key mixing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745154" y="3602736"/>
            <a:ext cx="1824914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local conditions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1588" y="2011680"/>
            <a:ext cx="2464994" cy="3931920"/>
          </a:xfrm>
          <a:prstGeom prst="roundRect">
            <a:avLst>
              <a:gd name="adj" fmla="val 2968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1628" y="2304288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1628" y="2852928"/>
            <a:ext cx="18249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Restricted-action policy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621628" y="3602736"/>
            <a:ext cx="1824914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sensitive behavior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78061" y="2011680"/>
            <a:ext cx="2464994" cy="3931920"/>
          </a:xfrm>
          <a:prstGeom prst="roundRect">
            <a:avLst>
              <a:gd name="adj" fmla="val 2968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98101" y="2304288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98101" y="2852928"/>
            <a:ext cx="18249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Capture-visible discipline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498101" y="3602736"/>
            <a:ext cx="1824914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structure, recovery, trial order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local layers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88336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core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5171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documented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19472"/>
            <a:ext cx="5577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Janus spec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Delaying-architecture doc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23076" y="1482585"/>
            <a:ext cx="5351983" cy="4029989"/>
          </a:xfrm>
          <a:prstGeom prst="rect">
            <a:avLst/>
          </a:prstGeom>
          <a:solidFill>
            <a:srgbClr val="0B0D0A"/>
          </a:solidFill>
          <a:ln w="12700">
            <a:solidFill>
              <a:srgbClr val="C7D48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0" descr="/tmp/claude-0/-home-user-Phasmid/16ea01f1-4a3f-5e94-ba18-e23d515b4e0f/scratchpad/deck/assets/architecture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14589"/>
            <a:ext cx="5287975" cy="396598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55080" y="5608587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boundary — no cloud-sync, no remote-unlock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moving parts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local vessel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Password-derived keys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3938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35D2A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3978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5D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3978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Object-cue operation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703978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access gate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19237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39277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39277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disclosure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539277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shown from protected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35D2A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5D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HIGHLIGHT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 is a CUE,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35D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KEY.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5D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65576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operation &amp; policy checks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type, nothing to hide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3616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5D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isn't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764024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encryption key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unlocks nothing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6601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5D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crypto stays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062472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+ AES-GCM, unchanged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23076" y="1670979"/>
            <a:ext cx="5351983" cy="3653202"/>
          </a:xfrm>
          <a:prstGeom prst="rect">
            <a:avLst/>
          </a:prstGeom>
          <a:solidFill>
            <a:srgbClr val="0B0D0A"/>
          </a:solidFill>
          <a:ln w="12700">
            <a:solidFill>
              <a:srgbClr val="C7D48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13" name="Image 0" descr="/tmp/claude-0/-home-user-Phasmid/16ea01f1-4a3f-5e94-ba18-e23d515b4e0f/scratchpad/deck/assets/TUI_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02983"/>
            <a:ext cx="5287975" cy="358919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355080" y="5420193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Faces — object-cue registration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B594DE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59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COERCION-SAFE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Coercion-safe delaying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B594D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59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Standby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Hotkey drops to harmless state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needs re-auth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3938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B594D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3978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59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3978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dataset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703978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before coercion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for plausibility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19237" y="2011680"/>
            <a:ext cx="3423818" cy="3931920"/>
          </a:xfrm>
          <a:prstGeom prst="roundRect">
            <a:avLst>
              <a:gd name="adj" fmla="val 2137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B594D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39277" y="2304288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59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39277" y="2852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profiles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539277" y="3310128"/>
            <a:ext cx="2783738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Travel, field engineer, researcher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what "normal" looks like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vault file alone isn't meant to be enough.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C7D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flows hide structure. Metadata reduction is support, not sanitization.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23276" y="2185909"/>
            <a:ext cx="3767328" cy="2577623"/>
          </a:xfrm>
          <a:prstGeom prst="rect">
            <a:avLst/>
          </a:prstGeom>
          <a:solidFill>
            <a:srgbClr val="0B0D0A"/>
          </a:solidFill>
          <a:ln w="12700">
            <a:solidFill>
              <a:srgbClr val="C7D48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/tmp/claude-0/-home-user-Phasmid/16ea01f1-4a3f-5e94-ba18-e23d515b4e0f/scratchpad/deck/assets/TUI_AU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217913"/>
            <a:ext cx="3703320" cy="25136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0" y="5212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Manifest — non-claims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→ Bind → Operate → Disclose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464994" cy="3931920"/>
          </a:xfrm>
          <a:prstGeom prst="roundRect">
            <a:avLst>
              <a:gd name="adj" fmla="val 2968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04288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18249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182491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vessel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5114" y="2011680"/>
            <a:ext cx="2464994" cy="3931920"/>
          </a:xfrm>
          <a:prstGeom prst="roundRect">
            <a:avLst>
              <a:gd name="adj" fmla="val 2968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5154" y="2304288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45154" y="2852928"/>
            <a:ext cx="18249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745154" y="3310128"/>
            <a:ext cx="182491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local state &amp; object cue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1588" y="2011680"/>
            <a:ext cx="2464994" cy="3931920"/>
          </a:xfrm>
          <a:prstGeom prst="roundRect">
            <a:avLst>
              <a:gd name="adj" fmla="val 2968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1628" y="2304288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1628" y="2852928"/>
            <a:ext cx="18249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621628" y="3310128"/>
            <a:ext cx="182491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CLI, TUI, or local WebUI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78061" y="2011680"/>
            <a:ext cx="2464994" cy="3931920"/>
          </a:xfrm>
          <a:prstGeom prst="roundRect">
            <a:avLst>
              <a:gd name="adj" fmla="val 2968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98101" y="2304288"/>
            <a:ext cx="1824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98101" y="2852928"/>
            <a:ext cx="18249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498101" y="3310128"/>
            <a:ext cx="182491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Controlled, documented assumptions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local, boring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3774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Argon2id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2057400"/>
            <a:ext cx="32918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13660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13660"/>
            <a:ext cx="23774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AES-GCM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613660"/>
            <a:ext cx="32918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encryption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69920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69920"/>
            <a:ext cx="23774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WebUI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3169920"/>
            <a:ext cx="32918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localhost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26180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26180"/>
            <a:ext cx="23774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726180"/>
            <a:ext cx="32918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Zero 2 W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282440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82440"/>
            <a:ext cx="23774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Per-record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4282440"/>
            <a:ext cx="32918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not whole-file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838700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38700"/>
            <a:ext cx="23774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 header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08960" y="4838700"/>
            <a:ext cx="329184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plaintext marker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66203" y="1888236"/>
            <a:ext cx="5048610" cy="3447288"/>
          </a:xfrm>
          <a:prstGeom prst="rect">
            <a:avLst/>
          </a:prstGeom>
          <a:solidFill>
            <a:srgbClr val="0B0D0A"/>
          </a:solidFill>
          <a:ln w="12700">
            <a:solidFill>
              <a:srgbClr val="C7D48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23" name="Image 0" descr="/tmp/claude-0/-home-user-Phasmid/16ea01f1-4a3f-5e94-ba18-e23d515b4e0f/scratchpad/deck/assets/TUI_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207" y="1920240"/>
            <a:ext cx="4984602" cy="33832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537960" y="5394960"/>
            <a:ext cx="5105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Diagnostics — hardening checks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FIELD HARDWARE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thing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C7D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Zero 2 W · 3D-printed case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65576"/>
            <a:ext cx="5577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Zero 2 W in 3D-printed case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for the object cue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on a mini tripod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6725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networked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5577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WebUI reached over USB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only — no network path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an unremarkable gadget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869" y="1385316"/>
            <a:ext cx="3184398" cy="4224528"/>
          </a:xfrm>
          <a:prstGeom prst="rect">
            <a:avLst/>
          </a:prstGeom>
          <a:solidFill>
            <a:srgbClr val="0B0D0A"/>
          </a:solidFill>
          <a:ln w="12700">
            <a:solidFill>
              <a:srgbClr val="C7D48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11" name="Image 0" descr="/tmp/claude-0/-home-user-Phasmid/16ea01f1-4a3f-5e94-ba18-e23d515b4e0f/scratchpad/deck/assets/phasmid-hardware-main-tripo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873" y="1417320"/>
            <a:ext cx="3120390" cy="4160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55080" y="5705856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table — come look after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35D2A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5D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CORE · DEPTH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core, v3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Argon2id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2057400"/>
            <a:ext cx="7802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with local access-key + device binding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1094415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24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secret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624328"/>
            <a:ext cx="7802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third factor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1094415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912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AES-GCM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191256"/>
            <a:ext cx="7802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record, authenticated metadata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11094415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581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 marker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3758184"/>
            <a:ext cx="7802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no plaintext header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E0C24A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0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GUARDS · DEPTH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WebUI is hardened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3774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2057400"/>
            <a:ext cx="32918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only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74595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74595"/>
            <a:ext cx="23774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474595"/>
            <a:ext cx="32918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891790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91790"/>
            <a:ext cx="23774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891790"/>
            <a:ext cx="32918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restricted-confirmation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308985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08985"/>
            <a:ext cx="23774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308985"/>
            <a:ext cx="32918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726180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26180"/>
            <a:ext cx="23774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3726180"/>
            <a:ext cx="32918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143375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43375"/>
            <a:ext cx="23774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08960" y="4143375"/>
            <a:ext cx="32918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auto-kill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560570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560570"/>
            <a:ext cx="23774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08960" y="4560570"/>
            <a:ext cx="32918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4977765"/>
            <a:ext cx="5852160" cy="0"/>
          </a:xfrm>
          <a:prstGeom prst="line">
            <a:avLst/>
          </a:prstGeom>
          <a:noFill/>
          <a:ln w="9525">
            <a:solidFill>
              <a:srgbClr val="2B30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977765"/>
            <a:ext cx="23774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08960" y="4977765"/>
            <a:ext cx="3291840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HMAC-chained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566203" y="1888236"/>
            <a:ext cx="5048610" cy="3447288"/>
          </a:xfrm>
          <a:prstGeom prst="rect">
            <a:avLst/>
          </a:prstGeom>
          <a:solidFill>
            <a:srgbClr val="0B0D0A"/>
          </a:solidFill>
          <a:ln w="12700">
            <a:solidFill>
              <a:srgbClr val="C7D48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29" name="Image 0" descr="/tmp/claude-0/-home-user-Phasmid/16ea01f1-4a3f-5e94-ba18-e23d515b4e0f/scratchpad/deck/assets/TUI_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207" y="1920240"/>
            <a:ext cx="4984602" cy="33832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537960" y="5394960"/>
            <a:ext cx="5105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diagnostics — hardening checks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E4564C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4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DESIGN ETHICS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&amp; won't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587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controlled disclosure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Standby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Ambiguity-preserving workflows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E4564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90208" y="2286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4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90208" y="3063240"/>
            <a:ext cx="4587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Rootkits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hiding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Anti-forensic destruction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Forensic-tool bypass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events or timestamps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honestly drawn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C7D48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587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disclosure — in, central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Coercion-aware fallback — in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Data-existence deniability — partial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Software-existence concealment — 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5318608" cy="3977640"/>
          </a:xfrm>
          <a:prstGeom prst="roundRect">
            <a:avLst>
              <a:gd name="adj" fmla="val 1839"/>
            </a:avLst>
          </a:prstGeom>
          <a:solidFill>
            <a:srgbClr val="171A10">
              <a:alpha val="92000"/>
            </a:srgbClr>
          </a:solidFill>
          <a:ln w="15875">
            <a:solidFill>
              <a:srgbClr val="E4564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90208" y="228600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4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CLAIMED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90208" y="3063240"/>
            <a:ext cx="458708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deniability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immunity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deletion on flash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from a compromised host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35D2A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5D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real TUI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5D2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run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88336"/>
            <a:ext cx="55778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— deniable vessel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Faces — register object cue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Guided — prepare → bind → operate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Audit — dummy-profile plausibility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WebUI — 127.0.0.1 launch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C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Silent Standby — hotkey → dummy disclosure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3076" y="1670979"/>
            <a:ext cx="5351983" cy="3653202"/>
          </a:xfrm>
          <a:prstGeom prst="rect">
            <a:avLst/>
          </a:prstGeom>
          <a:solidFill>
            <a:srgbClr val="0B0D0A"/>
          </a:solidFill>
          <a:ln w="12700">
            <a:solidFill>
              <a:srgbClr val="C7D482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5000"/>
              </a:srgbClr>
            </a:outerShdw>
          </a:effectLst>
        </p:spPr>
      </p:sp>
      <p:pic>
        <p:nvPicPr>
          <p:cNvPr id="8" name="Image 0" descr="/tmp/claude-0/-home-user-Phasmid/16ea01f1-4a3f-5e94-ba18-e23d515b4e0f/scratchpad/deck/assets/TUI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02983"/>
            <a:ext cx="5287975" cy="35891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5420193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Disclosure Control — watch the bottom bar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8076"/>
            <a:ext cx="109728" cy="109728"/>
          </a:xfrm>
          <a:prstGeom prst="rect">
            <a:avLst/>
          </a:prstGeom>
          <a:solidFill>
            <a:srgbClr val="C7D482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7D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it. cd in. Run `./phasmid`.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8595360" cy="1600200"/>
          </a:xfrm>
          <a:prstGeom prst="roundRect">
            <a:avLst>
              <a:gd name="adj" fmla="val 3429"/>
            </a:avLst>
          </a:prstGeom>
          <a:solidFill>
            <a:srgbClr val="0E1109"/>
          </a:solidFill>
          <a:ln w="12700">
            <a:solidFill>
              <a:srgbClr val="2B301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3465576"/>
            <a:ext cx="118872" cy="118872"/>
          </a:xfrm>
          <a:prstGeom prst="ellipse">
            <a:avLst/>
          </a:prstGeom>
          <a:solidFill>
            <a:srgbClr val="E4564C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3465576"/>
            <a:ext cx="118872" cy="118872"/>
          </a:xfrm>
          <a:prstGeom prst="ellipse">
            <a:avLst/>
          </a:prstGeom>
          <a:solidFill>
            <a:srgbClr val="E0C24A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3465576"/>
            <a:ext cx="118872" cy="118872"/>
          </a:xfrm>
          <a:prstGeom prst="ellipse">
            <a:avLst/>
          </a:prstGeom>
          <a:solidFill>
            <a:srgbClr val="35D2A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4904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https://github.com/01rabbit/Phasmid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CEE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Phasmid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5D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./phasmid      # first run builds a venv, opens the console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i="1" dirty="0">
                <a:solidFill>
                  <a:srgbClr val="C7D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— evaluate locally, not production.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hasmid/16ea01f1-4a3f-5e94-ba18-e23d515b4e0f/scratchpad/deck/assets/Phasmid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023360" cy="4023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2080" y="18745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C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PHASMID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5230368" y="288036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7D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Local-only. Coercion-aware. Honest limits included.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30368" y="41605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Makoto Sugita (Mr. Rabbit) · github.com/01rabbit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PHASMID · DEF CON Demo Labs · 01rabbit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E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2026-07-21T15:03:18Z</dcterms:created>
  <dcterms:modified xsi:type="dcterms:W3CDTF">2026-07-21T15:03:18Z</dcterms:modified>
</cp:coreProperties>
</file>